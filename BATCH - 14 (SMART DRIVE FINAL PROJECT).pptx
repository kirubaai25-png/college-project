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4:09:05.200"/>
    </inkml:context>
    <inkml:brush xml:id="br0">
      <inkml:brushProperty name="width" value="0.035" units="cm"/>
      <inkml:brushProperty name="height" value="0.035" units="cm"/>
      <inkml:brushProperty name="color" value="#EAEAEA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4:09:06.887"/>
    </inkml:context>
    <inkml:brush xml:id="br0">
      <inkml:brushProperty name="width" value="0.035" units="cm"/>
      <inkml:brushProperty name="height" value="0.035" units="cm"/>
      <inkml:brushProperty name="color" value="#EAEAEA"/>
    </inkml:brush>
  </inkml:definitions>
  <inkml:trace contextRef="#ctx0" brushRef="#br0">22 74 24575,'0'-5'0,"-4"-5"0,-3-7 0,1-5 0,2 2-8191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4:09:37.730"/>
    </inkml:context>
    <inkml:brush xml:id="br0">
      <inkml:brushProperty name="width" value="0.035" units="cm"/>
      <inkml:brushProperty name="height" value="0.035" units="cm"/>
      <inkml:brushProperty name="color" value="#EAEAEA"/>
    </inkml:brush>
  </inkml:definitions>
  <inkml:trace contextRef="#ctx0" brushRef="#br0">252 287 24575,'0'6'0,"0"-1"0,0 1 0,1-1 0,-1 1 0,1-1 0,1 1 0,-1-1 0,1 0 0,0 0 0,0 0 0,4 7 0,-1-5 0,0-1 0,1 0 0,0 1 0,0-2 0,0 1 0,12 7 0,-8-6 0,-1 0 0,1-1 0,1 0 0,-1-1 0,12 4 0,-20-9 0,-1 1 0,0-1 0,0 0 0,1 1 0,-1-1 0,0 1 0,0-1 0,0 1 0,0 0 0,0-1 0,0 1 0,0 0 0,0 0 0,0 0 0,0 0 0,1 2 0,-2-3 0,0 0 0,0 1 0,0-1 0,-1 1 0,1-1 0,0 1 0,0-1 0,-1 0 0,1 1 0,0-1 0,-1 0 0,1 1 0,0-1 0,-1 0 0,1 1 0,-1-1 0,1 0 0,0 0 0,-1 1 0,1-1 0,-1 0 0,1 0 0,-1 0 0,1 0 0,-1 1 0,1-1 0,-1 0 0,-6 1 0,0 0 0,0 0 0,0 0 0,0-1 0,-7 0 0,-11-4 0,0-2 0,0 0 0,1-1 0,0-2 0,1-1 0,-1 0 0,-35-23 0,56 31 0,0 0 0,0 0 0,1 0 0,-1 0 0,0 0 0,1-1 0,0 1 0,-1-1 0,1 1 0,0-1 0,0 0 0,1 0 0,-1 0 0,-1-4 0,10 12 0,2 7 0,149 258 0,-148-260 0,-3-18 0,-2-29 0,-3 21 0,1-7 0,-2 16 0,-1 1 0,1-1 0,0 1 0,1 0 0,0-1 0,0 1 0,0 0 0,1 0 0,-1 0 0,1 0 0,8-11 0,-10 17 0,0-1 0,0 1 0,0-1 0,0 1 0,0-1 0,1 1 0,-1 0 0,0-1 0,0 1 0,0 0 0,0 0 0,0 0 0,1 0 0,-1 0 0,0 0 0,0 0 0,0 0 0,0 1 0,0-1 0,1 0 0,-1 1 0,0-1 0,0 0 0,0 1 0,0 0 0,0-1 0,0 1 0,0 0 0,0-1 0,0 1 0,-1 0 0,1 0 0,0 0 0,0 0 0,0 1 0,28 36 0,76 158 0,-99-190 0,-5-12 0,-3-14 0,-2 3 0,-1 1 0,-1 0 0,0-1 0,-1 2 0,-1-1 0,0 1 0,-1 1 0,-11-15 0,-8-15 0,24 36 0,0 0 0,-1 1 0,1 0 0,-2 0 0,1 0 0,-1 1 0,0 0 0,0 0 0,-10-8 0,15 14 0,0 0 0,1-1 0,-1 1 0,1-1 0,-1 1 0,0 0 0,1 0 0,-1-1 0,0 1 0,1 0 0,-1 0 0,0 0 0,1 0 0,-1 0 0,0 0 0,1 0 0,-1 0 0,0 0 0,0 0 0,1 0 0,-1 0 0,0 0 0,1 1 0,-1-1 0,0 0 0,1 0 0,-1 1 0,1-1 0,-1 0 0,0 1 0,1-1 0,-1 1 0,1-1 0,-1 1 0,1-1 0,-1 1 0,1-1 0,0 1 0,-1 0 0,1-1 0,0 1 0,-1-1 0,1 1 0,0 0 0,0-1 0,-1 1 0,1 0 0,0-1 0,0 1 0,0 0 0,0 0 0,0 0 0,-3 46 0,3-40 0,-1 1 0,1 0 0,1 0 0,-1 0 0,2 0 0,-1 0 0,1-1 0,0 1 0,4 9 0,-5-14 0,1-1 0,-1 1 0,1 0 0,0 0 0,0-1 0,0 1 0,0-1 0,1 0 0,-1 0 0,0 1 0,1-2 0,0 1 0,0 0 0,-1 0 0,1-1 0,0 0 0,0 1 0,0-1 0,0 0 0,1-1 0,-1 1 0,5 0 0,-3 0 0,0 0 0,0-1 0,0 0 0,0 0 0,0 0 0,0-1 0,0 0 0,0 0 0,0 0 0,0 0 0,-1-1 0,1 0 0,0 0 0,8-5 0,-10 5 0,1-1 0,-1 0 0,0 0 0,0-1 0,-1 1 0,1 0 0,0-1 0,-1 0 0,0 0 0,0 1 0,0-1 0,-1 0 0,1-1 0,-1 1 0,0 0 0,0 0 0,0-7 0,1 2 0,-1 1 0,-1-1 0,1-1 0,-2 1 0,1 0 0,-1 0 0,0 1 0,-1-1 0,-5-16 0,5 20 0,-1 0 0,0 0 0,0 0 0,0 0 0,0 1 0,0 0 0,-1-1 0,0 1 0,0 1 0,0-1 0,0 0 0,-1 1 0,0 0 0,1 0 0,-1 0 0,0 1 0,-6-3 0,10 5 0,-78-27 0,73 25 0,0 1 0,0-1 0,-1 1 0,1 1 0,0-1 0,-1 1 0,1 0 0,-1 1 0,1-1 0,-11 4 0,14-3 0,1 0 0,-1 1 0,1-1 0,0 1 0,-1 0 0,1 0 0,0-1 0,0 1 0,0 1 0,0-1 0,1 0 0,-1 0 0,1 1 0,-1-1 0,1 1 0,0-1 0,0 1 0,0-1 0,0 1 0,0 0 0,0 0 0,1-1 0,0 1 0,-1 0 0,1 0 0,0 0 0,0-1 0,1 1 0,0 4 0,-1 0 0,1 1 0,1-1 0,-1 0 0,1 1 0,0-1 0,1 0 0,0 0 0,0 0 0,8 12 0,-6-13 0,0-1 0,1 1 0,0-1 0,0 0 0,0-1 0,0 1 0,1-1 0,0-1 0,0 1 0,0-1 0,0 0 0,0-1 0,0 1 0,1-1 0,0-1 0,-1 0 0,1 0 0,0 0 0,-1-1 0,1 0 0,11-2 0,-13 2 0,-1-1 0,0 0 0,1 0 0,-1-1 0,0 1 0,1-1 0,-1 0 0,0 0 0,-1-1 0,1 0 0,0 1 0,-1-2 0,1 1 0,-1 0 0,0-1 0,0 0 0,0 0 0,-1 0 0,1-1 0,-1 1 0,0-1 0,0 1 0,-1-1 0,0 0 0,1 0 0,-1 0 0,-1-1 0,1 1 0,-1 0 0,1-9 0,-1 4 0,0 0 0,-1 0 0,0 1 0,-1-1 0,0 0 0,-1 0 0,0 0 0,0 0 0,-1 1 0,0-1 0,0 1 0,-6-10 0,5 13 0,0 0 0,-1 0 0,0 0 0,1 1 0,-2-1 0,1 1 0,0 1 0,-1-1 0,0 1 0,0 0 0,-1 0 0,1 1 0,-1 0 0,1 0 0,-1 0 0,0 1 0,-10-2 0,11 3 0,0 0 0,0 0 0,-1 0 0,1 1 0,0 0 0,0 0 0,-1 1 0,1 0 0,0 0 0,0 0 0,-9 4 0,11-4 0,1 0 0,0 1 0,0 0 0,0-1 0,0 1 0,0 0 0,0 1 0,0-1 0,1 0 0,-1 1 0,1 0 0,0-1 0,0 1 0,0 0 0,0 0 0,0 0 0,0 0 0,1 1 0,0-1 0,-1 0 0,0 6 0,-2 15 0,0 0 0,2 1 0,2 45 0,0-59 0,1 1 0,0 0 0,1-1 0,1 1 0,0-1 0,0 1 0,1-1 0,1 0 0,0-1 0,7 12 0,-8-16 0,1-1 0,-1 0 0,2 0 0,-1 0 0,0 0 0,1-1 0,0 0 0,0 0 0,0 0 0,1-1 0,-1 0 0,1 0 0,-1-1 0,1 1 0,0-2 0,11 3 0,3-2 0,1 0 0,-1-1 0,0-1 0,29-4 0,-45 3 0,1 1 0,-1-1 0,0 0 0,-1-1 0,1 1 0,0-1 0,0 0 0,0 0 0,-1 0 0,1-1 0,-1 1 0,0-1 0,0 0 0,0-1 0,0 1 0,5-7 0,-7 7 0,0 0 0,-1 0 0,1 0 0,-1 0 0,0 0 0,0 0 0,0 0 0,0-1 0,0 1 0,-1 0 0,1-1 0,-1 1 0,0-1 0,0 1 0,0 0 0,-1-1 0,1 1 0,-1 0 0,0-1 0,0 1 0,0 0 0,0 0 0,0 0 0,-1 0 0,-3-6 0,-5-7 0,0 1 0,-1 0 0,-1 1 0,0 0 0,-17-14 0,19 19 0,0 0 0,0 2 0,-1-1 0,0 1 0,-1 0 0,1 1 0,-1 1 0,-14-5 0,22 9 0,-1 0 0,1 0 0,0 0 0,0 1 0,-1-1 0,1 1 0,0 0 0,-1 0 0,1 1 0,0-1 0,-1 1 0,1 0 0,0 0 0,0 0 0,0 1 0,0 0 0,0 0 0,0 0 0,0 0 0,1 0 0,-7 5 0,6-2 0,0-1 0,0 0 0,1 1 0,-1 0 0,1 0 0,0 0 0,1 0 0,-1 0 0,1 1 0,0-1 0,0 1 0,0-1 0,1 1 0,0 0 0,0 9 0,-1-2 0,2 1 0,0-1 0,0 1 0,4 13 0,-4-24 0,0-1 0,0 0 0,0 0 0,1 0 0,-1 0 0,1 0 0,0 0 0,0 0 0,-1-1 0,1 1 0,0 0 0,0 0 0,1 0 0,-1-1 0,0 1 0,1-1 0,-1 1 0,1-1 0,-1 1 0,1-1 0,0 0 0,-1 0 0,1 0 0,0 0 0,0 0 0,0 0 0,0 0 0,0-1 0,0 1 0,0-1 0,0 1 0,0-1 0,0 0 0,0 0 0,4 0 0,0-2 0,1-1 0,-1 0 0,1 0 0,-1 0 0,0 0 0,0-1 0,-1 0 0,1-1 0,-1 1 0,0-1 0,0 0 0,-1 0 0,1-1 0,-1 1 0,0-1 0,5-10 0,-8 14 0,-1 0 0,1 0 0,0 0 0,-1-1 0,1 1 0,-1 0 0,0 0 0,0-1 0,0 1 0,0 0 0,0 0 0,-1-1 0,1 1 0,-1 0 0,1 0 0,-1 0 0,0-1 0,0 1 0,0 0 0,0 0 0,0 0 0,0 0 0,0 0 0,-1 1 0,1-1 0,-1 0 0,1 1 0,-4-3 0,-5-4 0,0 0 0,-1 1 0,1 1 0,-13-6 0,14 7 0,6 3 0,1 1 0,-1-1 0,0 1 0,0 0 0,0 0 0,0 0 0,0 0 0,0 0 0,0 0 0,0 1 0,0 0 0,0-1 0,0 1 0,0 0 0,0 1 0,0-1 0,0 0 0,0 1 0,0 0 0,0 0 0,0 0 0,0 0 0,0 0 0,0 0 0,0 1 0,-3 2 0,3-1 0,-1 1 0,1 0 0,0-1 0,1 1 0,-1 0 0,1 1 0,-1-1 0,1 0 0,1 1 0,-1-1 0,0 1 0,1-1 0,0 1 0,0 0 0,1 0 0,-1 6 0,1-5 0,-2 10 0,2 0 0,0 0 0,0 0 0,5 22 0,-5-35 0,1 0 0,-1-1 0,1 1 0,0 0 0,0 0 0,0 0 0,0-1 0,1 1 0,-1-1 0,1 1 0,0-1 0,-1 1 0,1-1 0,0 0 0,0 0 0,1 0 0,-1 0 0,0 0 0,1 0 0,-1-1 0,1 1 0,-1-1 0,1 0 0,0 1 0,-1-1 0,1-1 0,0 1 0,0 0 0,0-1 0,4 1 0,-2-1 0,-1 0 0,0-1 0,0 0 0,0 0 0,0 0 0,0 0 0,0-1 0,-1 1 0,1-1 0,0 0 0,-1 0 0,1-1 0,-1 1 0,0-1 0,1 1 0,-1-1 0,-1 0 0,1 0 0,0 0 0,-1-1 0,1 1 0,-1-1 0,0 1 0,0-1 0,-1 0 0,1 0 0,1-5 0,-2 5 0,1 0 0,-1 0 0,0 0 0,0 0 0,0 0 0,0-1 0,-1 1 0,0 0 0,0-1 0,0 1 0,0 0 0,-1 0 0,1-1 0,-1 1 0,0 0 0,-1 0 0,1 0 0,-1 0 0,1 0 0,-1 0 0,0 0 0,-1 1 0,1-1 0,-1 1 0,-5-7 0,-11-2 0,-1 0 0,1 1 0,-2 1 0,0 1 0,0 1 0,0 1 0,-24-5 0,42 11 0,-1 0 0,1 0 0,0 1 0,-1 0 0,1 0 0,-1-1 0,1 2 0,-1-1 0,1 0 0,0 1 0,-1 0 0,1-1 0,-1 1 0,1 1 0,0-1 0,-6 4 0,7-4 0,0 0 0,1 1 0,-1 0 0,1-1 0,-1 1 0,1 0 0,0 0 0,0 0 0,0 0 0,0 0 0,0 0 0,0 0 0,0 0 0,1 0 0,-1 0 0,1 0 0,-1 1 0,1-1 0,0 0 0,0 0 0,0 0 0,0 1 0,0-1 0,1 0 0,-1 0 0,1 0 0,0 4 0,1-1 0,0 0 0,0 0 0,0 0 0,1-1 0,-1 1 0,1 0 0,0-1 0,1 0 0,-1 0 0,1 0 0,0 0 0,0 0 0,0-1 0,0 0 0,1 0 0,-1 0 0,1 0 0,0-1 0,-1 1 0,1-1 0,0-1 0,7 3 0,-6-3 0,0 1 0,1-1 0,0 0 0,-1 0 0,1-1 0,0 0 0,0 0 0,-1 0 0,1-1 0,0 0 0,-1 0 0,1-1 0,-1 0 0,0 0 0,1-1 0,-1 1 0,8-6 0,-10 5 0,-1-1 0,1 1 0,-1 0 0,0-1 0,-1 0 0,1 0 0,-1 0 0,1 0 0,-1 0 0,0 0 0,-1 0 0,1-1 0,-1 1 0,0-1 0,0 1 0,0-1 0,0 1 0,-1-1 0,0 0 0,0 1 0,0-1 0,-1 0 0,-1-5 0,1 3 0,0 0 0,0 0 0,-1 0 0,0 1 0,0-1 0,-1 1 0,0 0 0,0 0 0,0 0 0,-1 0 0,0 0 0,0 1 0,-1-1 0,1 1 0,-7-6 0,9 10 0,0-1 0,0 1 0,0-1 0,0 1 0,0 0 0,0 0 0,0 0 0,0 0 0,0 0 0,-1 0 0,1 1 0,0-1 0,-1 1 0,1 0 0,0-1 0,-1 1 0,1 0 0,0 0 0,-1 1 0,1-1 0,0 0 0,-1 1 0,1-1 0,0 1 0,-3 1 0,2 0 0,1 0 0,0 0 0,-1 0 0,1 1 0,0-1 0,0 0 0,0 1 0,1 0 0,-1-1 0,1 1 0,-1 0 0,1 0 0,0 0 0,0 0 0,0 0 0,0 0 0,1 0 0,-1 5 0,-3 14 0,2 0 0,1 0 0,0 0 0,2 0 0,0 0 0,8 37 0,-9-57 0,1 1 0,-1-1 0,1 0 0,0 1 0,0-1 0,0 0 0,0 0 0,1 0 0,-1 0 0,0 0 0,1 0 0,0 0 0,-1 0 0,1-1 0,4 4 0,-5-5 0,0 1 0,1-1 0,-1 1 0,1-1 0,-1 1 0,1-1 0,-1 0 0,0 0 0,1 0 0,-1 0 0,1 0 0,-1 0 0,1 0 0,-1-1 0,1 1 0,-1 0 0,0-1 0,1 1 0,1-2 0,3-1 0,-2 0 0,1-1 0,0 1 0,-1-1 0,1 0 0,-1-1 0,0 1 0,0-1 0,-1 1 0,1-1 0,3-8 0,-4 6 0,0 0 0,0-1 0,0 0 0,-1 0 0,0 1 0,-1-1 0,1 0 0,-2 0 0,1-1 0,-1 1 0,0 0 0,-1 0 0,0 0 0,-2-9 0,2 11 0,-1 0 0,0 1 0,0 0 0,0-1 0,0 1 0,-1 0 0,0 0 0,0 0 0,-1 0 0,1 1 0,-1-1 0,0 1 0,0 0 0,0 0 0,-1 1 0,1-1 0,-1 1 0,0 0 0,0 0 0,-11-4 0,14 6 0,-1 0 0,1 0 0,-1 1 0,0-1 0,0 1 0,1 0 0,-1 0 0,0 0 0,0 0 0,0 0 0,1 1 0,-1-1 0,0 1 0,1 0 0,-1-1 0,0 1 0,1 0 0,-1 1 0,1-1 0,-1 0 0,1 1 0,0 0 0,0-1 0,0 1 0,0 0 0,0 0 0,0 0 0,0 0 0,0 0 0,1 1 0,-3 4 0,-5 8 0,1 1 0,1 0 0,1 0 0,-5 19 0,3-12 0,8-22 0,-4 7 0,2 1 0,-1 0 0,1-1 0,0 1 0,-1 17 0,3-24 0,0 0 0,0 0 0,1 0 0,-1 0 0,0 0 0,1 0 0,-1 0 0,1-1 0,0 1 0,0 0 0,0 0 0,0-1 0,0 1 0,0-1 0,0 1 0,0-1 0,1 1 0,-1-1 0,1 0 0,-1 1 0,1-1 0,-1 0 0,1 0 0,0 0 0,-1 0 0,1 0 0,0-1 0,0 1 0,0-1 0,-1 1 0,1-1 0,0 1 0,3-1 0,0 1 0,-1 0 0,1-1 0,0 1 0,0-1 0,-1 0 0,1-1 0,0 1 0,0-1 0,-1 0 0,1 0 0,-1 0 0,1-1 0,-1 1 0,1-1 0,-1 0 0,0-1 0,0 1 0,0-1 0,0 1 0,0-1 0,-1-1 0,1 1 0,-1 0 0,0-1 0,0 1 0,0-1 0,0 0 0,-1 0 0,1 0 0,-1-1 0,0 1 0,-1 0 0,1-1 0,-1 1 0,0-1 0,0 0 0,1-6 0,0-1 0,-1 1 0,0-1 0,-1 1 0,0-1 0,-1 1 0,0-1 0,-1 1 0,0-1 0,-6-16 0,7 24 0,0-1 0,-1 1 0,0 0 0,0 0 0,-1 0 0,1 0 0,-1 0 0,0 0 0,0 0 0,0 1 0,0-1 0,0 1 0,-1 0 0,0 0 0,0 1 0,1-1 0,-1 1 0,-1-1 0,1 1 0,0 1 0,-1-1 0,1 0 0,-1 1 0,1 0 0,-8-1 0,0 1 0,1 0 0,-1 1 0,1 0 0,-1 1 0,-15 3 0,25-4 0,-1 1 0,0 0 0,0 0 0,1 0 0,-1 0 0,0 1 0,1-1 0,-1 1 0,1-1 0,-1 1 0,1 0 0,0 0 0,0 0 0,0 0 0,0 0 0,0 1 0,1-1 0,-1 1 0,0-1 0,1 1 0,0-1 0,0 1 0,0 0 0,0 0 0,0-1 0,0 5 0,-1 1 0,1 0 0,0 0 0,0 1 0,1-1 0,0 0 0,0 1 0,1-1 0,1 0 0,-1 0 0,6 15 0,-5-18 0,0 0 0,1 0 0,0 0 0,0 0 0,0-1 0,0 0 0,1 1 0,0-1 0,0-1 0,0 1 0,0 0 0,0-1 0,1 0 0,0 0 0,-1 0 0,1-1 0,7 3 0,-7-3 0,0 0 0,0 0 0,0-1 0,0 1 0,1-1 0,-1 0 0,0-1 0,1 1 0,-1-1 0,0 0 0,1-1 0,-1 1 0,0-1 0,1 0 0,6-3 0,-7 2 0,-1 0 0,0 0 0,1-1 0,-1 0 0,-1 0 0,1 0 0,0 0 0,-1-1 0,0 1 0,1-1 0,-1 0 0,-1 0 0,1 0 0,-1 0 0,1-1 0,-1 1 0,2-6 0,-1 1 0,0-1 0,-1 1 0,1-1 0,-2 0 0,1 1 0,-1-1 0,-1 0 0,0-11 0,0 18 0,-1 0 0,1 0 0,0 0 0,-1 0 0,1 0 0,-1 0 0,0 0 0,0 0 0,0 1 0,0-1 0,-1 0 0,1 1 0,-1-1 0,0 1 0,1-1 0,-1 1 0,0 0 0,0 0 0,-1 0 0,1 0 0,0 0 0,-1 0 0,1 1 0,-1-1 0,1 1 0,-1 0 0,0-1 0,0 1 0,0 0 0,-3 0 0,2 1 0,0 0 0,0 0 0,1 0 0,-1 1 0,0 0 0,0 0 0,1 0 0,-1 0 0,1 0 0,-1 1 0,1-1 0,0 1 0,-1 0 0,1 0 0,0 0 0,0 1 0,0-1 0,1 1 0,-1-1 0,-2 4 0,-4 4 0,0 1 0,1 0 0,0 1 0,-6 13 0,-27 78 0,41-102 0,-1-1 0,1 0 0,0 0 0,0 1 0,0-1 0,0 0 0,0 0 0,0 1 0,0-1 0,0 0 0,-1 0 0,1 0 0,0 1 0,0-1 0,0 0 0,0 0 0,-1 0 0,1 1 0,0-1 0,0 0 0,-1 0 0,1 0 0,0 0 0,0 0 0,-1 0 0,1 0 0,0 1 0,0-1 0,-1 0 0,1 0 0,0 0 0,0 0 0,-1 0 0,1 0 0,0 0 0,-1 0 0,-5-10 0,-1-15 0,1-36 0,2-1 0,5-81 0,0 101 0,1 69 0,2 0 0,0-1 0,2 1 0,1-1 0,2-1 0,20 46 0,-21-48 0,-8-20 0,1 1 0,0-1 0,1 1 0,-1-1 0,1 0 0,3 6 0,-1-53 0,3 14 0,-1 21 0,0 22 0,-4-8 0,-1 1 0,0-1 0,0 1 0,0-1 0,-1 1 0,1-1 0,-2 1 0,1 0 0,0-1 0,-1 1 0,-2 8 0,2-14 0,1 0 0,0 1 0,-1-1 0,1 0 0,-1 0 0,1 0 0,-1 0 0,1 0 0,0 0 0,-1 0 0,1 0 0,-1 0 0,1 0 0,-1 0 0,1 0 0,-1 0 0,1 0 0,0 0 0,-1 0 0,1 0 0,-1 0 0,1-1 0,-1 1 0,1 0 0,0 0 0,-1-1 0,1 1 0,0 0 0,-1 0 0,1-1 0,0 1 0,-1 0 0,1-1 0,0 1 0,0-1 0,-1 1 0,1 0 0,0-1 0,0 1 0,0-1 0,-1 0 0,-10-9 0,10 9 0,1 1 0,0 0 0,-1 0 0,1 0 0,-1 0 0,1 0 0,0 0 0,-1 0 0,1 0 0,0 0 0,-1 0 0,1 0 0,-1 0 0,1 0 0,0 0 0,-1 0 0,1 0 0,0 0 0,-1 0 0,1 1 0,0-1 0,-1 0 0,1 0 0,0 0 0,-1 1 0,1-1 0,0 0 0,-1 0 0,1 1 0,0-1 0,0 0 0,0 1 0,-1-1 0,1 0 0,0 0 0,0 1 0,-4 7 0,1 0 0,0 0 0,0 0 0,1 0 0,0 0 0,-1 12 0,-7 25 0,10-45 0,-1 0 0,1 0 0,0 0 0,0-1 0,0 1 0,0 0 0,0 0 0,0 0 0,0 0 0,0 0 0,0 0 0,-1 0 0,1 0 0,0 0 0,0 0 0,0 0 0,0 0 0,0 0 0,0 0 0,0 0 0,-1 0 0,1 0 0,0 0 0,0 0 0,0 0 0,0 0 0,0 0 0,0 0 0,-1 0 0,1 0 0,0 0 0,0 0 0,0 0 0,0 0 0,0 0 0,0 0 0,0 0 0,0 0 0,0 0 0,-1 1 0,1-1 0,0 0 0,0 0 0,0 0 0,0 0 0,0 0 0,0 0 0,0 0 0,0 0 0,0 1 0,0-1 0,0 0 0,0 0 0,0 0 0,0 0 0,0 0 0,0 0 0,0 0 0,0 1 0,-3-19 0,0-20 0,5 18 0,-1 19 0,-1 1 0,0 0 0,0 0 0,0 0 0,0 0 0,0 0 0,0 0 0,0 0 0,1 0 0,-1 0 0,0 0 0,0 0 0,0 0 0,0 0 0,0 0 0,0 0 0,1 0 0,-1 0 0,0 0 0,0 0 0,0 0 0,0 0 0,0 0 0,0 0 0,1 0 0,-1 0 0,0 0 0,0 0 0,0 0 0,0 0 0,0 0 0,0 0 0,1 0 0,-1 0 0,0 0 0,0 1 0,0-1 0,0 0 0,0 0 0,0 0 0,0 0 0,0 0 0,0 0 0,0 0 0,0 1 0,1-1 0,-1 0 0,0 0 0,0 0 0,0 0 0,0 0 0,0 1 0,0-1 0,0 0 0,0 0 0,0 0 0,13 36 0,-11-27 0,22 58 0,63 125 0,-87-192 0,0 0 0,0-1 0,0 1 0,0 0 0,1 0 0,-1 0 0,0 0 0,0 0 0,0-1 0,0 1 0,0 0 0,0 0 0,0 0 0,0 0 0,0 0 0,0-1 0,1 1 0,-1 0 0,0 0 0,0 0 0,0 0 0,0 0 0,0 0 0,1 0 0,-1 0 0,0 0 0,0 0 0,0-1 0,0 1 0,1 0 0,-1 0 0,0 0 0,0 0 0,0 0 0,0 0 0,1 0 0,-1 0 0,0 0 0,0 0 0,0 0 0,0 1 0,0-1 0,1 0 0,-1 0 0,0 0 0,0 0 0,0 0 0,0 0 0,1 0 0,-1 0 0,0 0 0,0 0 0,0 1 0,1-21 0,-1 19 0,1-44 0,0 11 0,-2 0 0,-5-44 0,6 76 0,-1 0 0,1 0 0,-1 0 0,1 1 0,-1-1 0,1 0 0,-1 0 0,0 1 0,0-1 0,0 0 0,0 1 0,0-1 0,0 1 0,-1-1 0,1 1 0,-1-1 0,1 1 0,-1 0 0,1 0 0,-3-1 0,3 1 0,0 1 0,-1 0 0,1 0 0,0-1 0,-1 1 0,1 0 0,0 0 0,-1 1 0,1-1 0,0 0 0,0 0 0,-1 1 0,1-1 0,0 0 0,-1 1 0,1 0 0,0-1 0,0 1 0,0 0 0,0-1 0,0 1 0,0 0 0,0 0 0,0 0 0,0 0 0,0 0 0,0 0 0,0 0 0,1 0 0,-2 2 0,-5 9 0,-9 11 0,15-22 0,1-1 0,-1 0 0,1 1 0,-1-1 0,1 0 0,-1 1 0,1-1 0,-1 0 0,0 0 0,1 0 0,-1 0 0,1 1 0,-1-1 0,1 0 0,-1 0 0,0 0 0,1 0 0,-1 0 0,1 0 0,-1-1 0,0 1 0,1 0 0,-1 0 0,1 0 0,-1-1 0,1 1 0,-1 0 0,1 0 0,-1-1 0,1 1 0,-1 0 0,1-1 0,-1 1 0,1-1 0,-1 1 0,1-1 0,0 1 0,-1 0 0,1-1 0,0 1 0,-1-2 0,-2-4 0,-1 0 0,1 0 0,0 0 0,1-1 0,0 1 0,0-1 0,0 0 0,-1-7 0,-4-51 0,6 45 0,24 107 0,-29-111 0,0 0 0,2-1 0,2 1 0,-1-27 0,2 25 0,11 161 0,8 168 0,-19-280 0,0-16 0,0-1 0,1 0 0,0 1 0,0-1 0,1 0 0,2 12 0,12-54 0,-9-3 0,-1 1 0,-2-1 0,-2 0 0,-6-64 0,-3 75 0,2 22 0,-1 17 0,1 34 0,0 2 0,6-47 0,0 1 0,0-1 0,0 0 0,0 1 0,0-1 0,0 0 0,0 0 0,0 1 0,0-1 0,0 0 0,0 1 0,-1-1 0,1 0 0,0 0 0,0 1 0,0-1 0,0 0 0,-1 0 0,1 0 0,0 1 0,0-1 0,0 0 0,-1 0 0,1 0 0,0 1 0,0-1 0,-1 0 0,1 0 0,0 0 0,0 0 0,-1 0 0,1 0 0,0 0 0,-1 0 0,1 1 0,0-1 0,0 0 0,-1 0 0,1 0 0,0 0 0,-1 0 0,1-1 0,0 1 0,0 0 0,-1 0 0,1 0 0,-11-15 0,-5-24 0,12 19 0,0-1 0,1 0 0,0 1 0,2-1 0,2-31 0,-1 51 0,0 1 0,0-1 0,0 0 0,0 1 0,0-1 0,0 0 0,1 1 0,-1-1 0,0 0 0,0 1 0,0-1 0,1 1 0,-1-1 0,0 0 0,1 1 0,-1-1 0,1 1 0,-1-1 0,0 1 0,2-2 0,7 7 0,9 21 0,101 230 0,-119-256 0,0 1 0,1 0 0,-1 0 0,0 0 0,0-1 0,1 1 0,-1 0 0,1-1 0,-1 1 0,1 0 0,-1 0 0,1-1 0,-1 1 0,1-1 0,-1 1 0,1-1 0,0 1 0,-1-1 0,1 1 0,0-1 0,-1 1 0,2-1 0,3-14 0,-5-38 0,0 44 0,-1-41 0,0-56 0,1 103 0,-1 0 0,2 0 0,-1 0 0,0 0 0,0 0 0,1 0 0,-1 1 0,1-1 0,-1 0 0,1 0 0,0 0 0,0 1 0,0-1 0,0 1 0,0-1 0,0 0 0,0 1 0,3-3 0,-3 4 0,0-1 0,1 0 0,-1 1 0,0 0 0,1-1 0,-1 1 0,0 0 0,1-1 0,-1 1 0,1 0 0,-1 0 0,0 0 0,1 1 0,-1-1 0,1 0 0,-1 0 0,0 1 0,1-1 0,1 2 0,8 3 0,-1 0 0,1 2 0,-1-1 0,16 15 0,-10-8 0,-15-13 0,0 1 0,0 0 0,0 0 0,0-1 0,0 1 0,0 0 0,0-1 0,0 1 0,0-1 0,0 1 0,0-1 0,0 0 0,0 1 0,0-1 0,0 0 0,2 0 0,-8-13 0,-23-22 0,25 32 0,0 1 0,0-1 0,0 0 0,-1 1 0,1 0 0,0 0 0,-1 0 0,0 0 0,1 1 0,-1-1 0,0 1 0,0 0 0,0 0 0,0 0 0,0 1 0,0-1 0,0 1 0,0 0 0,0 0 0,0 1 0,0-1 0,0 1 0,0 0 0,-4 1 0,0 1 0,0 0 0,0 1 0,0 0 0,0 0 0,1 1 0,0 0 0,0 0 0,0 1 0,1 0 0,-9 9 0,13-13 0,0 1 0,-1 0 0,1 0 0,0 0 0,0 0 0,1 0 0,-1 0 0,1 0 0,-1 0 0,1 1 0,0-1 0,1 1 0,-1-1 0,0 1 0,1-1 0,0 1 0,0-1 0,0 1 0,1 6 0,0-8 0,-1 1 0,1-1 0,1 0 0,-1 0 0,0 1 0,0-1 0,1 0 0,-1 0 0,1 0 0,0 0 0,0 0 0,0-1 0,-1 1 0,2 0 0,-1-1 0,0 0 0,0 1 0,0-1 0,1 0 0,-1 0 0,0 0 0,1 0 0,-1-1 0,1 1 0,-1-1 0,1 1 0,4-1 0,-4 0 0,-1 1 0,1-1 0,0 0 0,0 0 0,-1-1 0,1 1 0,0-1 0,0 1 0,-1-1 0,1 0 0,0 0 0,-1 0 0,1 0 0,-1 0 0,1-1 0,-1 1 0,0-1 0,0 0 0,0 1 0,1-1 0,1-3 0,1-2 0,0 0 0,0-1 0,-1 0 0,0 0 0,4-9 0,1-4 0,-9 20 0,0 1 0,1-1 0,-1 0 0,0 0 0,1 1 0,-1-1 0,1 0 0,-1 1 0,1-1 0,-1 0 0,1 1 0,-1-1 0,1 1 0,0-1 0,-1 1 0,1-1 0,0 1 0,0 0 0,-1-1 0,1 1 0,0 0 0,0 0 0,-1-1 0,1 1 0,0 0 0,1 0 0,-1 0 0,1 0 0,-1 1 0,1-1 0,0 1 0,-1-1 0,0 1 0,1 0 0,-1 0 0,1-1 0,-1 1 0,0 0 0,3 2 0,4 6 0,0-1 0,-1 1 0,8 11 0,-9-11 0,-2-3 0,49 58 0,-49-60 0,1 1 0,-1-1 0,0-1 0,1 1 0,0-1 0,0 1 0,0-1 0,0-1 0,0 1 0,1-1 0,8 3 0,-13-5 0,-1 0 0,1 1 0,-1-1 0,1 0 0,0 0 0,-1 0 0,1 0 0,0 0 0,0 0 0,-1 0 0,1 0 0,0 0 0,-1 0 0,1 0 0,0 0 0,-1 0 0,1 0 0,-1-1 0,1 1 0,0 0 0,-1-1 0,1 1 0,-1 0 0,1-1 0,0 1 0,-1-1 0,1 1 0,-1-1 0,1 1 0,-1-1 0,0 1 0,1-1 0,-1 1 0,1-2 0,-1 0 0,0 0 0,0 0 0,0 1 0,0-1 0,0 0 0,0 0 0,-1 0 0,1 0 0,0 0 0,-1 0 0,-1-3 0,-26-46 0,20 42 0,1 0 0,-1 0 0,0 1 0,-1 0 0,0 1 0,0 0 0,-1 0 0,0 1 0,0 0 0,-1 1 0,1 0 0,-1 0 0,-21-5 0,8 4 0,0 1 0,0 2 0,0 0 0,0 1 0,-41 2 0,62 1 0,0-1 0,0 1 0,0-1 0,0 1 0,0 0 0,1 0 0,-1 0 0,0 1 0,0-1 0,1 1 0,-1-1 0,1 1 0,-1 0 0,1 0 0,0 0 0,0 0 0,-1 1 0,2-1 0,-1 0 0,0 1 0,0 0 0,1-1 0,-1 1 0,1 0 0,0 0 0,0-1 0,0 1 0,0 0 0,0 6 0,0-5 0,1-1 0,-1 1 0,1-1 0,0 1 0,0-1 0,0 0 0,1 1 0,-1-1 0,1 1 0,0-1 0,0 1 0,0-1 0,0 0 0,1 0 0,-1 0 0,1 0 0,0 0 0,0 0 0,0 0 0,0 0 0,1-1 0,-1 1 0,1-1 0,-1 0 0,1 1 0,3 1 0,1-1 0,0-1 0,0 1 0,0-1 0,0 0 0,1 0 0,-1-1 0,1 0 0,-1-1 0,1 0 0,-1 0 0,1 0 0,-1-1 0,1 0 0,-1 0 0,0-1 0,1 0 0,-1 0 0,0-1 0,0 0 0,-1 0 0,1-1 0,7-5 0,-6 4 0,-1 0 0,1 0 0,-1 0 0,-1-1 0,1-1 0,-1 1 0,0-1 0,0 0 0,-1 0 0,0 0 0,0-1 0,-1 0 0,0 0 0,0 0 0,-1-1 0,0 1 0,-1-1 0,3-13 0,-5 21 0,0 0 0,0 1 0,0-1 0,0 0 0,0 0 0,0 0 0,-1 0 0,1 1 0,0-1 0,0 0 0,-1 0 0,1 1 0,0-1 0,-1 0 0,1 1 0,-1-1 0,1 0 0,-1 1 0,1-1 0,-1 0 0,0 1 0,1-1 0,-1 1 0,0-1 0,1 1 0,-1 0 0,0-1 0,0 1 0,1 0 0,-1-1 0,0 1 0,0 0 0,0 0 0,1 0 0,-1 0 0,0-1 0,0 1 0,0 0 0,0 1 0,1-1 0,-1 0 0,0 0 0,0 0 0,0 0 0,1 1 0,-2-1 0,-4 1 0,0 1 0,1-1 0,-1 1 0,1 0 0,-7 3 0,7-1 0,-1 0 0,1 0 0,0 0 0,0 1 0,1 0 0,-1-1 0,1 2 0,0-1 0,1 0 0,-1 1 0,-3 9 0,4-10 0,1-1 0,0 1 0,0 0 0,1 0 0,0-1 0,-1 1 0,2 0 0,-1 1 0,0-1 0,1 0 0,0 0 0,0 0 0,1 0 0,0 0 0,1 7 0,-2-11 0,1 0 0,-1 1 0,0-1 0,1 0 0,-1 0 0,1 0 0,-1 1 0,1-1 0,0 0 0,0 0 0,-1 0 0,1 0 0,0 0 0,0 0 0,0 0 0,0-1 0,0 1 0,0 0 0,0 0 0,0-1 0,0 1 0,1-1 0,-1 1 0,0-1 0,0 1 0,1-1 0,-1 0 0,0 0 0,0 1 0,1-1 0,-1 0 0,0 0 0,1 0 0,-1-1 0,0 1 0,0 0 0,1 0 0,-1-1 0,0 1 0,0 0 0,1-1 0,-1 0 0,0 1 0,0-1 0,0 0 0,0 1 0,0-1 0,0 0 0,0 0 0,0 0 0,0 0 0,0 0 0,-1 0 0,1 0 0,0 0 0,0 0 0,-1 0 0,1 0 0,0-2 0,3-7 0,-1 0 0,0 0 0,0 0 0,-1 0 0,-1 0 0,1 0 0,-2-1 0,1 1 0,-2-16 0,0 19 0,1 0 0,-1 0 0,0 0 0,-1 0 0,0 0 0,0 0 0,0 1 0,-1-1 0,0 1 0,0-1 0,-1 1 0,0 0 0,0 0 0,-9-10 0,8 13 0,0 0 0,0 0 0,-1 0 0,1 1 0,-1-1 0,0 1 0,0 1 0,1-1 0,-1 1 0,0 0 0,-12 0 0,9 1 0,-1-1 0,1 2 0,0-1 0,-1 1 0,1 1 0,-17 4 0,23-5 0,1 0 0,-1 0 0,1 1 0,-1-1 0,1 0 0,0 1 0,0 0 0,-1-1 0,1 1 0,0 0 0,1 0 0,-1 0 0,0 1 0,1-1 0,-1 0 0,1 1 0,-2 3 0,1-2 0,1 1 0,0 0 0,0 0 0,0-1 0,1 1 0,-1 0 0,1 0 0,0 0 0,1 5 0,1 5 0,1 1 0,1-2 0,0 1 0,1 0 0,8 15 0,-10-24 0,-1 0 0,1 0 0,1-1 0,-1 1 0,1-1 0,0 0 0,0 0 0,0 0 0,9 7 0,-8-9 0,0 0 0,-1-1 0,1 0 0,0 1 0,0-2 0,1 1 0,-1-1 0,0 1 0,1-1 0,-1-1 0,0 1 0,7-1 0,-5 0 0,0 0 0,0 0 0,0 0 0,0-1 0,0 0 0,0 0 0,0-1 0,0 0 0,-1-1 0,1 1 0,-1-1 0,12-6 0,-14 5 0,1 0 0,-1 0 0,1 0 0,-1-1 0,0 1 0,-1-1 0,1 0 0,-1 0 0,0 0 0,0-1 0,-1 1 0,0-1 0,0 1 0,0-1 0,2-9 0,-3 10 0,0 0 0,-1 1 0,1-1 0,-1 0 0,0 0 0,0 0 0,-1 0 0,1 0 0,-1 0 0,0 1 0,0-1 0,-1 0 0,1 1 0,-1-1 0,0 1 0,0-1 0,-1 1 0,1 0 0,-1 0 0,0 0 0,0 0 0,-1 0 0,1 1 0,-1-1 0,1 1 0,-1 0 0,0 0 0,0 1 0,0-1 0,-1 1 0,1 0 0,-1 0 0,1 0 0,-1 1 0,0-1 0,0 1 0,1 0 0,-1 1 0,0-1 0,0 1 0,0 0 0,-9 1 0,8 0 0,0 0 0,1 1 0,-1 0 0,1 0 0,-1 0 0,1 1 0,0 0 0,0-1 0,0 2 0,0-1 0,1 1 0,-1 0 0,1 0 0,0 0 0,0 0 0,-6 9 0,3-3 0,0 0 0,0 1 0,1 0 0,1 0 0,-1 1 0,-5 21 0,10-28 0,0-1 0,0 0 0,0 1 0,1-1 0,-1 1 0,1-1 0,0 0 0,1 1 0,-1-1 0,2 6 0,-1-8 0,-1-1 0,1 1 0,0-1 0,-1 1 0,1-1 0,0 0 0,0 1 0,0-1 0,0 0 0,0 1 0,0-1 0,1 0 0,-1 0 0,0 0 0,0 0 0,1 0 0,-1-1 0,1 1 0,-1 0 0,1-1 0,-1 1 0,1-1 0,-1 1 0,1-1 0,-1 0 0,1 1 0,0-1 0,-1 0 0,1 0 0,3-1 0,1 0 0,1 0 0,0-1 0,-1 0 0,1 0 0,-1 0 0,0-1 0,1 0 0,-1 0 0,-1-1 0,1 0 0,0 0 0,8-8 0,-2 0 0,0 0 0,0 0 0,-2-1 0,12-16 0,-14 16 0,0 0 0,11-28 0,-17 36 0,0 0 0,-1 0 0,1-1 0,-1 1 0,0-1 0,-1 1 0,1-1 0,-1 1 0,0-1 0,0 1 0,-2-7 0,2 12 0,0-1 0,0 1 0,0-1 0,0 1 0,0 0 0,0-1 0,0 1 0,0-1 0,0 1 0,0 0 0,0-1 0,0 1 0,0-1 0,-1 1 0,1 0 0,0-1 0,0 1 0,-1 0 0,1-1 0,0 1 0,0 0 0,-1 0 0,1-1 0,0 1 0,-1 0 0,1 0 0,0-1 0,-1 1 0,1 0 0,0 0 0,-1 0 0,1-1 0,-1 1 0,1 0 0,0 0 0,-1 0 0,0 0 0,-11 12 0,-5 25 0,-1 18 0,13-36 0,-1 0 0,-1-1 0,-1 1 0,-13 23 0,21-42 0,-1 1 0,1 0 0,-1 0 0,1-1 0,-1 1 0,0 0 0,1-1 0,-1 1 0,1 0 0,-1-1 0,0 1 0,0-1 0,1 1 0,-1-1 0,0 0 0,0 1 0,0-1 0,1 0 0,-1 0 0,0 1 0,0-1 0,0 0 0,0 0 0,0 0 0,1 0 0,-1 0 0,-2 0 0,2-1 0,-1 0 0,0 1 0,0-1 0,0 0 0,0-1 0,1 1 0,-1 0 0,1 0 0,-1-1 0,1 1 0,-3-3 0,-5-8 0,1 0 0,-12-23 0,14 24 0,-31-63 0,37 74 0,0 0 0,-1-1 0,1 1 0,0 0 0,0-1 0,-1 1 0,1 0 0,0 0 0,-1-1 0,1 1 0,0 0 0,-1 0 0,1 0 0,0-1 0,-1 1 0,1 0 0,0 0 0,-1 0 0,1 0 0,0 0 0,-1 0 0,1 0 0,-1 0 0,1 0 0,0 0 0,-1 0 0,1 0 0,-1 0 0,1 0 0,0 0 0,-1 0 0,1 0 0,-1 0 0,1 0 0,0 1 0,-1-1 0,1 0 0,0 0 0,-1 0 0,1 1 0,0-1 0,0 0 0,-1 0 0,1 1 0,0-1 0,0 0 0,-1 1 0,1-1 0,0 0 0,0 1 0,0-1 0,-1 0 0,1 1 0,0 0 0,-10 23 0,5 0 0,1 0 0,1 0 0,1 1 0,1 27 0,1-20 0,-6 44 0,6-75 0,0 0 0,0 1 0,-1-1 0,1 0 0,0 1 0,-1-1 0,1 0 0,-1 0 0,1 1 0,-1-1 0,0 0 0,0 0 0,-1 2 0,2-3 0,0 0 0,-1 0 0,1 1 0,0-1 0,-1 0 0,1 0 0,0 0 0,-1 0 0,1 1 0,-1-1 0,1 0 0,-1 0 0,1 0 0,0 0 0,-1 0 0,1 0 0,-1 0 0,1 0 0,0 0 0,-1 0 0,1 0 0,-1-1 0,1 1 0,0 0 0,-1 0 0,1 0 0,-1-1 0,-1 0 0,0-1 0,1 1 0,-1-1 0,0 0 0,1 1 0,-1-1 0,1 0 0,0 0 0,-1 0 0,1 0 0,0 0 0,0 0 0,0-3 0,-5-20 0,2 0 0,0 0 0,2 0 0,1 0 0,0-1 0,5-25 0,-2-7 0,-2 33 0,2 1 0,0-1 0,2 1 0,1 0 0,12-36 0,-17 59 0,0 1 0,0-1 0,0 1 0,0-1 0,0 0 0,1 1 0,-1-1 0,0 1 0,0-1 0,1 1 0,-1-1 0,0 0 0,1 1 0,-1 0 0,1-1 0,-1 1 0,1-1 0,-1 1 0,0-1 0,1 1 0,0 0 0,-1-1 0,1 1 0,-1 0 0,1 0 0,-1-1 0,1 1 0,0 0 0,-1 0 0,1 0 0,-1 0 0,1 0 0,0 0 0,-1 0 0,1 0 0,-1 0 0,1 0 0,0 0 0,-1 0 0,1 0 0,0 0 0,-1 1 0,1-1 0,-1 0 0,1 0 0,-1 1 0,1-1 0,-1 0 0,1 1 0,-1-1 0,1 1 0,-1-1 0,1 1 0,-1-1 0,0 0 0,1 1 0,-1 0 0,1 0 0,27 43 0,-16-24 0,-1-8 0,0-2 0,0 1 0,1-2 0,0 0 0,18 11 0,7 5 0,-34-20 0,-10-5 0,-11-3 0,11-1 0,0 1 0,0-1 0,0 0 0,0 0 0,1-1 0,0 0 0,0 0 0,0-1 0,0 1 0,1-1 0,0-1 0,0 1 0,1-1 0,0 1 0,-4-11 0,2 4 0,2 0 0,0 0 0,1-1 0,0 0 0,1 0 0,0 0 0,1-26 0,4-99 0,-1 137 0,1 7 0,9 18 0,11 27 0,12 24 0,-22-49 0,14 36 0,1 20 0,42 112 0,-67-184 0,0-1 0,-1 1 0,0-1 0,2 12 0,-4-19 0,0-1 0,0 1 0,0-1 0,0 1 0,0-1 0,0 1 0,0 0 0,0-1 0,0 1 0,0-1 0,0 1 0,0 0 0,0-1 0,0 1 0,-1-1 0,1 1 0,0-1 0,0 1 0,-1-1 0,1 1 0,0-1 0,-1 1 0,1-1 0,-1 0 0,1 1 0,0-1 0,-1 1 0,0 0 0,-1-2 0,0 1 0,1 0 0,-1 0 0,1-1 0,-1 1 0,0-1 0,1 1 0,-1-1 0,1 0 0,0 0 0,-1 0 0,1 0 0,0 0 0,-1 0 0,1 0 0,-2-2 0,-33-26 0,14 13 0,2 0 0,-24-26 0,39 36 0,0 0 0,0 0 0,1 0 0,0 0 0,0-1 0,1 1 0,0-1 0,0 0 0,0 0 0,1 0 0,0 0 0,-2-14 0,4 20 0,0-33 0,0 33 0,0 1 0,0-1 0,0 1 0,0-1 0,0 1 0,1-1 0,-1 1 0,0 0 0,0-1 0,0 1 0,0-1 0,1 1 0,-1-1 0,0 1 0,1-1 0,-1 1 0,0 0 0,1-1 0,-1 1 0,0 0 0,1-1 0,-1 1 0,1 0 0,-1-1 0,0 1 0,1 0 0,-1 0 0,1 0 0,-1-1 0,1 1 0,-1 0 0,1 0 0,-1 0 0,1 0 0,-1 0 0,1 0 0,-1 0 0,1 0 0,-1 0 0,1 0 0,-1 0 0,1 0 0,-1 0 0,1 1 0,-1-1 0,1 0 0,-1 0 0,1 1 0,-1-1 0,0 0 0,1 0 0,-1 1 0,1-1 0,-1 0 0,0 1 0,1-1 0,-1 1 0,0-1 0,1 0 0,-1 1 0,0 0 0,5 5 0,0 0 0,0 1 0,-1 0 0,0 0 0,-1 0 0,1 0 0,-1 1 0,-1-1 0,1 1 0,0 9 0,4 5 0,8 41 0,-33-106 0,11 28 0,0 0 0,1 0 0,-5-20 0,10 29 0,0 0 0,0 0 0,1 0 0,0-1 0,0 1 0,1-9 0,-1 15 0,0 0 0,0 0 0,0 0 0,0-1 0,0 1 0,0 0 0,0 0 0,0 0 0,0 0 0,0-1 0,0 1 0,0 0 0,0 0 0,0 0 0,0 0 0,0 0 0,0-1 0,0 1 0,0 0 0,1 0 0,-1 0 0,0 0 0,0 0 0,0 0 0,0-1 0,0 1 0,0 0 0,0 0 0,0 0 0,1 0 0,-1 0 0,0 0 0,0 0 0,0 0 0,0 0 0,0-1 0,1 1 0,-1 0 0,0 0 0,0 0 0,0 0 0,0 0 0,1 0 0,-1 0 0,0 0 0,0 0 0,0 0 0,0 0 0,0 0 0,1 0 0,5 10 0,5 24 0,-8-27 0,4 17 0,-1-1 0,-1 1 0,-1 0 0,2 35 0,-18-75 0,1 1 0,-10-22 0,11 18 0,9 19 0,1 0 0,0 0 0,0 0 0,-1 0 0,1 0 0,0 0 0,0 1 0,0-1 0,-1 0 0,1 0 0,0 0 0,0 0 0,0 0 0,0 0 0,-1 1 0,1-1 0,0 0 0,0 0 0,0 0 0,0 0 0,-1 1 0,1-1 0,0 0 0,0 0 0,0 0 0,0 1 0,0-1 0,0 0 0,0 0 0,0 0 0,0 1 0,0-1 0,0 0 0,0 0 0,0 0 0,0 1 0,0-1 0,0 0 0,0 0 0,0 1 0,0-1 0,0 44 0,1-33 0,1 340 0,-4-380 0,-10-56 0,7 55 0,-3-47 0,8 66 0,1 0 0,-1 0 0,2 0 0,-1 1 0,2-1 0,-1 0 0,1 1 0,6-12 0,-7 16 0,4-9 0,2 0 0,-1 0 0,14-18 0,-21 33 0,0-1 0,0 1 0,0 0 0,0 0 0,0-1 0,1 1 0,-1 0 0,0-1 0,0 1 0,0 0 0,1 0 0,-1-1 0,0 1 0,0 0 0,0 0 0,1 0 0,-1-1 0,0 1 0,1 0 0,-1 0 0,0 0 0,0 0 0,1 0 0,-1 0 0,0-1 0,1 1 0,-1 0 0,0 0 0,1 0 0,-1 0 0,0 0 0,1 0 0,-1 0 0,0 0 0,0 0 0,1 1 0,-1-1 0,0 0 0,1 0 0,-1 0 0,0 0 0,1 0 0,-1 0 0,1 1 0,4 17 0,-3 27 0,-2-44 0,0 7 0,1 4 0,-2 0 0,0 1 0,-4 21 0,5-33 0,0 1 0,-1 0 0,1 0 0,-1-1 0,1 1 0,-1-1 0,1 1 0,-1 0 0,0-1 0,0 1 0,0-1 0,0 0 0,0 1 0,0-1 0,0 0 0,0 1 0,0-1 0,-1 0 0,1 0 0,0 0 0,-1 0 0,1 0 0,-1 0 0,1-1 0,-1 1 0,0 0 0,1-1 0,-1 1 0,0-1 0,1 0 0,-1 0 0,0 1 0,1-1 0,-1 0 0,-3-1 0,2 0 0,0 0 0,-1 0 0,1-1 0,1 0 0,-1 1 0,0-1 0,0 0 0,1 0 0,-1-1 0,1 1 0,-1 0 0,1-1 0,0 1 0,0-1 0,0 0 0,1 0 0,-1 0 0,1 0 0,-1 0 0,1 0 0,0 0 0,0 0 0,0-1 0,0-4 0,-3-10 0,1 0 0,0-36 0,1 27 0,1 11 0,0 0 0,0 0 0,2 0 0,0 0 0,1 1 0,0-1 0,1 0 0,6-16 0,-8 29 0,0 1 0,0 0 0,1 0 0,-1 0 0,0 0 0,1 0 0,-1 0 0,1 0 0,0 1 0,3-4 0,-4 5 0,0-1 0,-1 1 0,1-1 0,0 1 0,0-1 0,0 1 0,0 0 0,0 0 0,0 0 0,0-1 0,0 1 0,0 0 0,0 0 0,0 0 0,0 0 0,0 0 0,0 1 0,0-1 0,1 0 0,0 2 0,0-1 0,0 0 0,1 1 0,-2-1 0,1 1 0,0 0 0,0 0 0,0-1 0,-1 1 0,1 0 0,-1 0 0,1 1 0,-1-1 0,0 0 0,0 0 0,0 1 0,0-1 0,1 5 0,3 12 0,15 54 0,-19-66 0,0-1 0,0 1 0,-1-1 0,0 1 0,0-1 0,0 1 0,-1-1 0,-3 13 0,4-18 0,0 0 0,0 1 0,0-1 0,-1 0 0,1 1 0,-1-1 0,1 0 0,-1 0 0,1 1 0,-1-1 0,0 0 0,0 0 0,1 0 0,-1 0 0,0 0 0,0 0 0,0 0 0,0 0 0,0 0 0,0 0 0,0-1 0,-1 1 0,1 0 0,0-1 0,0 1 0,0-1 0,-1 0 0,1 1 0,0-1 0,-1 0 0,1 1 0,0-1 0,-1 0 0,1 0 0,0 0 0,-1 0 0,1-1 0,0 1 0,-1 0 0,1 0 0,0-1 0,-2 0 0,0-1 0,-1 0 0,1 0 0,0 0 0,-1-1 0,1 1 0,1-1 0,-1 0 0,0 0 0,1 0 0,-1 0 0,1 0 0,0 0 0,-2-6 0,0 2 0,2 0 0,-1 0 0,1 0 0,0-1 0,1 1 0,-2-9 0,3 15 0,0-1 0,0 0 0,-1 0 0,1 1 0,0-1 0,1 0 0,-1 0 0,0 1 0,0-1 0,1 0 0,-1 0 0,1 1 0,-1-1 0,1 0 0,0 1 0,0-1 0,0 1 0,0-1 0,0 1 0,0 0 0,0-1 0,0 1 0,0 0 0,1 0 0,-1-1 0,0 1 0,1 0 0,-1 1 0,1-1 0,-1 0 0,4-1 0,-3 2 0,0-1 0,1 1 0,-1 0 0,0 0 0,0 0 0,0 1 0,1-1 0,-1 0 0,0 1 0,0-1 0,0 1 0,0 0 0,0 0 0,0 0 0,0 0 0,0 0 0,0 0 0,0 1 0,-1-1 0,1 0 0,0 1 0,-1-1 0,1 1 0,-1 0 0,0 0 0,1-1 0,-1 1 0,0 0 0,0 0 0,1 4 0,4 8 0,0 0 0,-1 0 0,4 20 0,-6-23 0,4 16 0,-1 1 0,-2-1 0,0 1 0,-2 0 0,-2 0 0,-2 33 0,2-58 0,0-1 0,-1 1 0,1-1 0,0 1 0,-1-1 0,0 1 0,0-1 0,0 1 0,0-1 0,0 0 0,0 0 0,0 1 0,-1-1 0,1 0 0,-1 0 0,0 0 0,1-1 0,-1 1 0,0 0 0,0-1 0,0 1 0,0-1 0,-1 1 0,1-1 0,0 0 0,-1 0 0,1 0 0,0 0 0,-1-1 0,1 1 0,-1-1 0,1 1 0,-1-1 0,1 0 0,-1 0 0,0 0 0,1 0 0,-1 0 0,-2-1 0,-4-1 0,1 1 0,0-2 0,0 1 0,0-1 0,0 0 0,1 0 0,-1-1 0,1 0 0,0 0 0,-12-11 0,13 10 0,2 0 0,-1 0 0,1-1 0,-1 1 0,1-1 0,1 0 0,-1-1 0,1 1 0,0-1 0,1 1 0,0-1 0,0 0 0,-1-8 0,0-1 0,2-1 0,0 1 0,1 0 0,3-27 0,-2 38 0,0 1 0,0 0 0,0 0 0,1 0 0,0 0 0,0 0 0,0 1 0,0-1 0,0 1 0,1-1 0,0 1 0,0 0 0,0-1 0,0 2 0,0-1 0,0 0 0,6-3 0,2-1 0,0 1 0,0 0 0,1 0 0,20-6 0,-29 11 0,1-1 0,-1 1 0,0 0 0,1 0 0,-1 1 0,1-1 0,-1 1 0,1 0 0,0 0 0,-1 0 0,1 0 0,-1 1 0,1-1 0,-1 1 0,1 0 0,-1 0 0,0 0 0,7 3 0,-8-2 0,1 1 0,-1-1 0,1 1 0,-1 0 0,0 0 0,0 0 0,0 0 0,0 0 0,-1 0 0,1 0 0,-1 1 0,0-1 0,0 0 0,0 1 0,0-1 0,-1 1 0,1-1 0,-1 1 0,0 4 0,0 13 0,0 1 0,-2-1 0,0 1 0,-2-1 0,0 0 0,-9 24 0,13-42 0,-1-1 0,0 1 0,0-1 0,0 1 0,0-1 0,0 1 0,0-1 0,-1 0 0,1 0 0,-1 1 0,0-1 0,0 0 0,0 0 0,0-1 0,0 1 0,0 0 0,0-1 0,0 1 0,-1-1 0,1 0 0,0 0 0,-1 0 0,1 0 0,-1 0 0,0 0 0,1-1 0,-1 1 0,0-1 0,1 0 0,-1 1 0,0-1 0,1-1 0,-6 0 0,3 0 0,0 0 0,1 0 0,-1-1 0,0 0 0,1 0 0,0 0 0,-1 0 0,1-1 0,0 1 0,0-1 0,0 0 0,1-1 0,-1 1 0,1-1 0,0 1 0,0-1 0,0 0 0,-3-5 0,0-1 0,3 4 0,-1 0 0,1 0 0,0 0 0,0 0 0,0-1 0,1 0 0,0 1 0,0-1 0,0-9 0,1 16 0,1-1 0,0 1 0,0 0 0,0 0 0,0 0 0,0 0 0,0-1 0,0 1 0,0 0 0,0 0 0,0 0 0,0-1 0,0 1 0,0 0 0,0 0 0,0 0 0,1 0 0,-1-1 0,0 1 0,0 0 0,0 0 0,0 0 0,0 0 0,0-1 0,0 1 0,0 0 0,1 0 0,-1 0 0,0 0 0,0 0 0,0 0 0,0 0 0,0-1 0,1 1 0,-1 0 0,0 0 0,0 0 0,0 0 0,0 0 0,1 0 0,-1 0 0,0 0 0,0 0 0,0 0 0,1 0 0,-1 0 0,0 0 0,0 0 0,0 0 0,0 0 0,1 0 0,-1 0 0,10 11 0,9 20 0,-18-30 0,16 44 0,-16-39 0,1 1 0,0-1 0,0 0 0,1 0 0,0 0 0,0-1 0,0 1 0,1-1 0,6 9 0,-10-14 0,1 1 0,-1-1 0,1 1 0,-1-1 0,1 1 0,0-1 0,-1 1 0,1-1 0,-1 0 0,1 1 0,0-1 0,-1 0 0,1 0 0,0 1 0,-1-1 0,1 0 0,0 0 0,0 0 0,-1 0 0,1 0 0,0 0 0,-1 0 0,1 0 0,0 0 0,0 0 0,-1 0 0,2-1 0,-1 0 0,0 0 0,0 1 0,0-1 0,0 0 0,0 0 0,0 0 0,-1 0 0,1-1 0,0 1 0,-1 0 0,1 0 0,-1 0 0,2-3 0,6-41 0,-9-66 0,1-5 0,0 114 0,0 0 0,1 0 0,-1 1 0,0-1 0,0 0 0,1 1 0,-1-1 0,1 0 0,-1 1 0,1-1 0,0 1 0,0-1 0,-1 1 0,3-3 0,-3 4 0,1 0 0,-1-1 0,1 1 0,-1 0 0,1 0 0,-1 0 0,1 0 0,-1-1 0,1 1 0,-1 0 0,1 0 0,-1 0 0,1 0 0,-1 0 0,1 0 0,-1 1 0,1-1 0,-1 0 0,1 0 0,-1 0 0,1 0 0,-1 0 0,1 1 0,-1-1 0,1 0 0,-1 1 0,1-1 0,-1 0 0,1 1 0,4 4 0,0 0 0,0 1 0,-1-1 0,0 1 0,5 9 0,9 14 0,-1 1 0,-2 1 0,-1 0 0,-2 1 0,16 61 0,-28-92 0,0-1 0,0 0 0,1 1 0,-1-1 0,0 0 0,0 1 0,0-1 0,0 0 0,0 1 0,0-1 0,1 1 0,-1-1 0,0 0 0,0 1 0,0-1 0,0 0 0,0 1 0,0-1 0,-1 1 0,1-1 0,0 0 0,0 1 0,0-1 0,0 0 0,0 1 0,0-1 0,-1 0 0,1 1 0,0-1 0,0 0 0,-1 1 0,1-1 0,-9-10 0,-11-25 0,20 33 0,-8-12 0,1 0 0,1 0 0,0-1 0,1 0 0,0 0 0,2-1 0,-4-28 0,4-161 0,5 629 0,-2-419-136,0 0-1,0 0 1,-1 0-1,1 0 1,-1 0-1,0-1 1,-1 1-1,1 0 0,-3 6 1,-8 7-6690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06:01:01.246"/>
    </inkml:context>
    <inkml:brush xml:id="br0">
      <inkml:brushProperty name="width" value="0.035" units="cm"/>
      <inkml:brushProperty name="height" value="0.035" units="cm"/>
      <inkml:brushProperty name="color" value="#EAEAEA"/>
    </inkml:brush>
  </inkml:definitions>
  <inkml:trace contextRef="#ctx0" brushRef="#br0">58 319 24575,'2'13'0,"0"1"0,0-1 0,2 0 0,0 0 0,0 0 0,10 21 0,6 17 0,9 52 0,21 63 0,-46-156 0,-1-6 0,-2 0 0,1 0 0,0 0 0,-1 0 0,0 0 0,0 0 0,0 0 0,0 0 0,-1 0 0,1 1 0,-1-1 0,-1 7 0,0-11 0,0-1 0,0 1 0,0 0 0,0 0 0,0 0 0,0-1 0,0 1 0,0 0 0,0-1 0,0 1 0,0-1 0,1 0 0,-1 1 0,0-1 0,0 1 0,0-1 0,0 0 0,0-1 0,-19-15 0,7 1 0,0 1 0,-20-35 0,-2-2 0,29 42 0,0-1 0,0 1 0,1-1 0,0 0 0,1 0 0,0-1 0,1 1 0,0-1 0,1 0 0,-1-17 0,1-5 0,2 0 0,5-49 0,0 52 0,1 0 0,20-55 0,-13 45 0,-12 38 0,-1 0 0,1 1 0,0-1 0,0 1 0,0-1 0,1 1 0,-1-1 0,1 1 0,-1 0 0,1 0 0,0 0 0,4-4 0,-5 6 0,0-1 0,0 1 0,0 0 0,0 0 0,0-1 0,0 1 0,0 0 0,0 0 0,0 0 0,0 0 0,0 0 0,0 0 0,0 0 0,0 1 0,0-1 0,0 0 0,0 0 0,0 1 0,0-1 0,0 1 0,0-1 0,0 1 0,0-1 0,0 1 0,0 0 0,-1-1 0,1 1 0,0 0 0,0 0 0,-1 0 0,1-1 0,0 1 0,-1 0 0,2 2 0,6 9 0,0 1 0,10 20 0,11 20 0,-25-48 0,12 18 0,21 38 0,-33-52 0,0 1 0,0-1 0,-1 1 0,0-1 0,-1 1 0,0 0 0,1 19 0,-3-24 0,0 0 0,0 0 0,0-1 0,-1 1 0,0 0 0,0 0 0,0-1 0,-2 7 0,2-10 0,1 0 0,-1 0 0,1 0 0,-1 0 0,1-1 0,-1 1 0,1 0 0,-1 0 0,0-1 0,0 1 0,1 0 0,-1-1 0,0 1 0,0-1 0,0 1 0,0-1 0,1 0 0,-1 1 0,-1-1 0,0 0 0,0 1 0,0-1 0,0 0 0,1-1 0,-1 1 0,0 0 0,0-1 0,1 1 0,-1-1 0,0 1 0,0-1 0,1 0 0,-1 1 0,-1-3 0,-2 0 0,0 0 0,1-1 0,0 0 0,0 0 0,0 0 0,0-1 0,1 1 0,0-1 0,-1 0 0,2 0 0,-1 0 0,1 0 0,-1 0 0,1-1 0,1 1 0,-1-1 0,1 1 0,-1-8 0,-1-12 0,1-1 0,1-41 0,1 61 0,0 0 0,0 0 0,1 0 0,0 0 0,0 0 0,0 0 0,1 0 0,0 1 0,0-1 0,0 0 0,1 1 0,-1 0 0,8-10 0,-8 13 0,0-1 0,0 1 0,1 0 0,-1 0 0,1 0 0,-1 0 0,1 0 0,0 1 0,0-1 0,0 1 0,0-1 0,0 1 0,0 0 0,0 1 0,0-1 0,0 0 0,0 1 0,1 0 0,-1 0 0,0 0 0,0 0 0,1 0 0,-1 0 0,0 1 0,5 1 0,-2 0 0,0 1 0,0-1 0,-1 1 0,0 0 0,0 1 0,1-1 0,-2 1 0,1 0 0,0 0 0,-1 0 0,0 1 0,0 0 0,0 0 0,-1 0 0,1 0 0,-1 0 0,3 7 0,5 12 0,-1 0 0,10 40 0,-17-57 0,-1 1 0,-1 0 0,1 0 0,-1 0 0,-1-1 0,0 1 0,0 0 0,0 0 0,-1 0 0,0 0 0,0 0 0,-1-1 0,0 1 0,-1-1 0,0 1 0,0-1 0,0 0 0,-1 0 0,0 0 0,0 0 0,-1-1 0,0 0 0,0 0 0,-11 10 0,5-5 0,-2-1 0,1 0 0,-2-1 0,1 0 0,-1-1 0,0-1 0,-1 0 0,1-1 0,-1-1 0,-22 6 0,7-1 0,25-7 0,0-1 0,-1 0 0,1 0 0,-1-1 0,1 0 0,-1 0 0,-8 1 0,12-3 0,-1 1 0,1-1 0,0 1 0,0-1 0,0 0 0,0 1 0,0-1 0,0 0 0,0-1 0,0 1 0,0 0 0,0 0 0,1-1 0,-1 1 0,1-1 0,-1 0 0,1 1 0,-1-1 0,1 0 0,0 0 0,0 0 0,0 0 0,-2-4 0,-6-13 0,1 0 0,1 0 0,0 0 0,-6-32 0,12 43 0,0-1 0,0 0 0,0 0 0,1 0 0,0 0 0,1 0 0,0 0 0,1 0 0,0 0 0,0 1 0,0-1 0,1 1 0,5-9 0,-6 13 0,1 1 0,0-1 0,0 1 0,0 0 0,0 0 0,0 0 0,1 0 0,0 1 0,-1-1 0,1 1 0,0 0 0,0 0 0,0 0 0,0 1 0,1-1 0,-1 1 0,0 0 0,9-1 0,2 1 0,1-1 0,-1 2 0,0 0 0,19 2 0,-30-1 0,0 0 0,1 0 0,-1 0 0,0 1 0,0-1 0,0 1 0,0 0 0,0 0 0,0 0 0,0 1 0,-1-1 0,1 1 0,-1 0 0,0 0 0,0 0 0,0 1 0,0-1 0,-1 1 0,1-1 0,-1 1 0,0 0 0,3 7 0,3 9 0,-2-1 0,0 1 0,5 37 0,1 1 0,-11-56 0,-1 0 0,1 0 0,-1 0 0,1 0 0,-1 1 0,1-1 0,-1 0 0,0 0 0,0 1 0,0-1 0,-1 0 0,1 0 0,0 0 0,-1 1 0,1-1 0,-1 0 0,0 0 0,0 0 0,0 0 0,0 0 0,0 0 0,0 0 0,-2 2 0,0-2 0,1 0 0,-1-1 0,0 1 0,1-1 0,-1 0 0,0 1 0,0-1 0,0 0 0,0-1 0,0 1 0,0 0 0,0-1 0,0 0 0,0 0 0,0 0 0,-5 0 0,3-1 0,0 1 0,1-1 0,-1 0 0,0 0 0,1-1 0,0 0 0,-1 1 0,1-1 0,0-1 0,0 1 0,0 0 0,0-1 0,0 0 0,1 0 0,-1 0 0,1-1 0,0 1 0,0-1 0,0 0 0,0 1 0,1-1 0,-1 0 0,-1-5 0,-5-12 0,0 0 0,2-1 0,-8-37 0,0 2 0,11 42 0,0 1 0,1 0 0,1-1 0,0 1 0,1-1 0,1 1 0,0-1 0,1 0 0,0 1 0,2-1 0,6-25 0,-8 37 0,0 0 0,0 0 0,1 0 0,-1 0 0,1 1 0,0-1 0,-1 0 0,1 1 0,0-1 0,0 1 0,1 0 0,-1 0 0,1 0 0,-1 0 0,1 0 0,-1 0 0,4-1 0,6-2 0,-1 0 0,1 0 0,14-2 0,5-3 0,-19 6 0,-1 0 0,1 1 0,0 0 0,1 1 0,-1 0 0,0 0 0,20 2 0,-27 0 0,0 1 0,0 0 0,0 0 0,0 0 0,0 1 0,0-1 0,0 1 0,0 0 0,-1 1 0,1-1 0,-1 1 0,1 0 0,-1 0 0,0 1 0,0-1 0,-1 1 0,1 0 0,-1 0 0,1 0 0,3 8 0,-2-3 0,-1 0 0,0 1 0,-1 0 0,0 0 0,0 0 0,-1 0 0,-1 1 0,1-1 0,-1 15 0,-1 9 0,-7 52 0,6-76 0,-1-1 0,0 1 0,-1 0 0,0-1 0,0 0 0,-1 0 0,0 0 0,0 0 0,-12 15 0,13-19 0,-1 0 0,0-1 0,-1 0 0,1 1 0,-1-2 0,1 1 0,-1 0 0,0-1 0,-1 0 0,1 0 0,0-1 0,-1 1 0,0-1 0,1 0 0,-1-1 0,0 0 0,-6 1 0,4-1 0,0 0 0,0-1 0,0 0 0,0 0 0,1-1 0,-1 0 0,0-1 0,0 0 0,1 0 0,-1 0 0,1-1 0,0 0 0,0-1 0,0 1 0,-7-6 0,6 2 0,-1 0 0,1 0 0,0-1 0,1-1 0,0 1 0,0-1 0,1 0 0,0 0 0,1-1 0,-5-12 0,2 5 0,-4-8 0,1 1 0,2-2 0,-11-42 0,18 61 0,1 1 0,0-1 0,0 0 0,1 0 0,0 1 0,0-1 0,1 0 0,0 0 0,0 0 0,0 1 0,1-1 0,0 1 0,0-1 0,1 1 0,0 0 0,0 0 0,0 0 0,1 0 0,7-9 0,-7 11 0,-1 1 0,1-1 0,0 1 0,0 0 0,0 0 0,1 1 0,-1-1 0,1 1 0,-1 0 0,1 0 0,0 0 0,0 1 0,0 0 0,0 0 0,0 0 0,0 0 0,0 1 0,0 0 0,0 0 0,0 0 0,9 2 0,-5 0 0,-1 0 0,0 1 0,0-1 0,0 2 0,0-1 0,0 1 0,-1 0 0,1 0 0,-1 1 0,0 0 0,-1 1 0,8 7 0,0 2 0,-2 1 0,0 1 0,-1 0 0,-1 0 0,0 1 0,-1 0 0,-1 1 0,-1 0 0,-1 0 0,5 27 0,-2-2 0,-3 1 0,-1 1 0,-3 68 0,-2-106 0,0 0 0,-1 1 0,0-1 0,0 0 0,-1 0 0,0 0 0,-1 0 0,0 0 0,0-1 0,-7 12 0,9-16 0,-1-1 0,0 0 0,0 0 0,0 0 0,0 0 0,0 0 0,0 0 0,-1 0 0,1-1 0,-1 1 0,1-1 0,-1 1 0,0-1 0,1 0 0,-1 0 0,0-1 0,0 1 0,0 0 0,1-1 0,-1 0 0,0 0 0,0 0 0,0 0 0,0 0 0,0 0 0,0-1 0,0 1 0,1-1 0,-1 0 0,0 0 0,0 0 0,-3-2 0,-5-1 0,1 0 0,0-1 0,0 0 0,0 0 0,1-1 0,0 0 0,0-1 0,0 0 0,1 0 0,0-1 0,0 0 0,1-1 0,0 1 0,1-2 0,0 1 0,-9-19 0,6 3 0,1 0 0,2-1 0,0 1 0,2-1 0,1-1 0,1 1 0,1-1 0,3-26 0,-2 35 0,-1 6 0,1 1 0,1 0 0,0 0 0,0 0 0,1 0 0,4-11 0,-6 20 0,1 0 0,0 0 0,0 0 0,0 1 0,0-1 0,0 0 0,0 1 0,0-1 0,1 1 0,-1 0 0,0-1 0,1 1 0,0 0 0,-1 0 0,1 0 0,2-2 0,-1 2 0,0 1 0,0-1 0,-1 1 0,1-1 0,0 1 0,0 0 0,0 0 0,-1 0 0,1 1 0,0-1 0,0 1 0,-1-1 0,1 1 0,0 0 0,2 1 0,5 2 0,-1 1 0,1 0 0,-1 0 0,0 1 0,-1 1 0,1-1 0,-1 1 0,7 8 0,55 69 0,-59-70 0,-1-1 0,-1 0 0,0 1 0,-1 1 0,-1-1 0,0 1 0,-1 0 0,0 1 0,4 21 0,-5-7 0,-1 1 0,-1-1 0,-3 47 0,1-63 0,-1-2 0,0 0 0,-1-1 0,-2 14 0,3-23 0,0-1 0,-1 1 0,1-1 0,0 1 0,-1-1 0,1 1 0,-1-1 0,1 1 0,-1-1 0,0 0 0,1 1 0,-1-1 0,0 0 0,0 0 0,0 1 0,0-1 0,0 0 0,0 0 0,0 0 0,-1 0 0,1 0 0,0-1 0,-1 1 0,1 0 0,0 0 0,-1-1 0,1 1 0,-1-1 0,1 0 0,-1 1 0,-1-1 0,1 0 0,-1-1 0,1 1 0,0-1 0,0 0 0,-1 0 0,1 0 0,0 0 0,0 0 0,0 0 0,0 0 0,0-1 0,1 1 0,-1-1 0,0 0 0,1 1 0,-1-1 0,1 0 0,-1 0 0,1 0 0,0 0 0,-2-3 0,-21-52 0,21 48 0,-6-18 0,2-1 0,0 1 0,2-1 0,-2-38 0,5-113 0,3 117 0,-1 55 0,0-1 0,-1 1 0,0-1 0,0 1 0,-1-1 0,0 1 0,0-1 0,-1 1 0,0 0 0,0 0 0,-1 1 0,1-1 0,-7-7 0,7 10 0,-1-1 0,0 1 0,0 0 0,-1 0 0,1 1 0,-1-1 0,1 1 0,-1 0 0,0 0 0,-1 0 0,1 1 0,0 0 0,-1 0 0,1 0 0,-1 1 0,0 0 0,-10-1 0,14 1 0,-1 1 0,0 0 0,0 1 0,1-1 0,-1 0 0,0 1 0,1-1 0,-1 1 0,1 0 0,-1 0 0,1 0 0,-1 0 0,1 0 0,0 1 0,-1-1 0,1 1 0,-4 3 0,3-2 0,0 1 0,0-1 0,1 1 0,-1 0 0,1 0 0,-1 1 0,1-1 0,1 0 0,-3 7 0,0 6 0,1 0 0,0 0 0,1 1 0,1 22 0,0-21 0,5 169 0,-1-164 0,0 0 0,1 0 0,2-1 0,0 1 0,16 36 0,-21-58 0,-1 0 0,1 0 0,0 0 0,-1 0 0,1-1 0,0 1 0,0 0 0,1 0 0,-1-1 0,0 1 0,0-1 0,1 1 0,-1-1 0,1 0 0,-1 0 0,1 1 0,0-1 0,-1 0 0,1 0 0,0-1 0,0 1 0,0 0 0,0 0 0,-1-1 0,1 1 0,0-1 0,0 0 0,0 0 0,0 0 0,0 0 0,0 0 0,0 0 0,0 0 0,0 0 0,0-1 0,0 1 0,0-1 0,0 0 0,0 1 0,0-1 0,-1 0 0,1 0 0,0 0 0,-1 0 0,1 0 0,0-1 0,1-1 0,6-5 0,1 0 0,-1-1 0,-1 0 0,0-1 0,0 0 0,7-12 0,-10 14 0,-1-1 0,0 1 0,0-1 0,-1 0 0,0 0 0,-1 0 0,0-1 0,0 1 0,-1-1 0,0 1 0,-1-1 0,0-10 0,-2-4 0,-2 1 0,0 0 0,-13-40 0,11 48 0,-1-1 0,-1 1 0,0 1 0,-1-1 0,0 1 0,-2 1 0,1 0 0,-15-13 0,-6-9 0,31 35 0,0-1 0,0 1 0,0 0 0,-1-1 0,1 1 0,0 0 0,-1-1 0,1 1 0,0 0 0,0-1 0,-1 1 0,1 0 0,-1 0 0,1 0 0,0-1 0,-1 1 0,1 0 0,0 0 0,-1 0 0,1 0 0,-1 0 0,1-1 0,-1 1 0,1 0 0,0 0 0,-1 0 0,1 0 0,-1 0 0,1 1 0,0-1 0,-1 0 0,-7 13 0,0 33 0,6-29 0,-23 96 0,-10 64 0,30-144 0,2 1 0,1 0 0,4 43 0,-2-74 0,0 0 0,0 1 0,1-1 0,0 0 0,-1 1 0,1-1 0,0 0 0,1 0 0,-1 0 0,1 0 0,-1 0 0,1 0 0,0 0 0,0-1 0,0 1 0,0-1 0,0 1 0,1-1 0,-1 0 0,1 0 0,0 0 0,-1 0 0,1 0 0,5 1 0,-3-1 0,0 0 0,0-1 0,1 0 0,-1-1 0,0 1 0,1-1 0,-1 0 0,1 0 0,-1 0 0,0-1 0,1 0 0,-1 0 0,0 0 0,9-4 0,2-2 0,0-1 0,0 0 0,-1-1 0,-1-1 0,1 0 0,-1-1 0,-1-1 0,12-12 0,89-112 0,-96 112 0,88-122 0,-90 121 0,-1-1 0,-1 0 0,-2-1 0,11-31 0,-22 53 0,0 0 0,0 0 0,0 0 0,-1 0 0,0 0 0,0 0 0,0 0 0,0 0 0,-1 0 0,0 1 0,0-1 0,-1 0 0,1 0 0,-1 0 0,0 1 0,0-1 0,0 1 0,-1 0 0,0-1 0,0 1 0,0 0 0,-6-6 0,-5-3 0,0 0 0,-1 1 0,0 0 0,-28-16 0,33 22 0,-1 0 0,1 1 0,-1 0 0,0 0 0,-22-5 0,28 9 0,0 0 0,1 1 0,-1 0 0,0 0 0,0 0 0,0 0 0,1 1 0,-1-1 0,0 1 0,1 0 0,-1 1 0,1-1 0,-1 1 0,1 0 0,0 0 0,-1 0 0,-5 6 0,1-2 0,2 1 0,-1 0 0,1 0 0,0 1 0,0 0 0,1 0 0,0 1 0,1 0 0,0 0 0,-6 14 0,0 7 0,-15 64 0,8-23 0,10-40 0,2-1 0,2 1 0,0-1 0,2 1 0,2 0 0,5 55 0,-2-78 0,1-9 0,7-19 0,8-31 0,44-180 0,-62 226 0,0-1 0,0 1 0,0-1 0,-1 1 0,0-1 0,0 1 0,0-1 0,-2-8 0,1 12 0,1 0 0,-1 1 0,0-1 0,1 0 0,-1 1 0,0-1 0,0 1 0,0-1 0,-1 1 0,1-1 0,0 1 0,0 0 0,-1 0 0,1 0 0,-1-1 0,1 1 0,-1 0 0,1 1 0,-1-1 0,0 0 0,1 0 0,-1 1 0,0-1 0,0 1 0,1 0 0,-1-1 0,0 1 0,0 0 0,-3 0 0,0 0 0,0 1 0,1-1 0,-1 1 0,0 0 0,1 0 0,-1 1 0,1-1 0,-1 1 0,1 0 0,0 0 0,0 0 0,0 1 0,0 0 0,0 0 0,0 0 0,1 0 0,0 0 0,-1 1 0,-3 4 0,-6 10 0,1 0 0,1 0 0,-10 21 0,1-2 0,7-14 0,1 0 0,1 1 0,1 0 0,1 1 0,1 0 0,1 1 0,1-1 0,2 1 0,0 0 0,1 44 0,3-62 0,3 30 0,-3-38 0,0 1 0,0-1 0,0 0 0,0 1 0,0-1 0,1 1 0,-1-1 0,0 0 0,0 1 0,1-1 0,-1 1 0,0-1 0,1 0 0,-1 1 0,0-1 0,1 0 0,-1 0 0,0 1 0,1-1 0,-1 0 0,1 0 0,-1 0 0,1 1 0,-1-1 0,1 0 0,0 0 0,1 0 0,-1-1 0,0 1 0,0 0 0,0-1 0,0 1 0,0-1 0,0 1 0,0-1 0,0 1 0,0-1 0,0 0 0,0 0 0,0 1 0,1-2 0,9-10 0,0 0 0,-1-1 0,0 0 0,-1-1 0,0 0 0,8-20 0,-3 3 0,-2 1 0,11-39 0,-17 39 0,-1 0 0,2-49 0,3-21 0,1 4 0,-13 183 0,2-33 0,-10 79 0,0-65-1365,6-40-5461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82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7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0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5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484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1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48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64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12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67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90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38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30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62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78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564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687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8380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068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021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45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54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56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4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846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244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9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7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44163-025-00244-6" TargetMode="Externa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isatra.2025.01.033" TargetMode="Externa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TITS.2017.2706978" TargetMode="Externa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ed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35666C6-ADEE-A71B-EAE2-B2DA918A113B}"/>
              </a:ext>
            </a:extLst>
          </p:cNvPr>
          <p:cNvGrpSpPr/>
          <p:nvPr/>
        </p:nvGrpSpPr>
        <p:grpSpPr>
          <a:xfrm>
            <a:off x="10272530" y="5638548"/>
            <a:ext cx="226080" cy="305640"/>
            <a:chOff x="10272530" y="5638548"/>
            <a:chExt cx="226080" cy="30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C4A21D1-84DE-F01B-DF4D-C2861D14754B}"/>
                    </a:ext>
                  </a:extLst>
                </p14:cNvPr>
                <p14:cNvContentPartPr/>
                <p14:nvPr/>
              </p14:nvContentPartPr>
              <p14:xfrm>
                <a:off x="10372970" y="5761668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C4A21D1-84DE-F01B-DF4D-C2861D14754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66850" y="57555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29A5211-8DF9-122B-7B23-6A620A4137DB}"/>
                    </a:ext>
                  </a:extLst>
                </p14:cNvPr>
                <p14:cNvContentPartPr/>
                <p14:nvPr/>
              </p14:nvContentPartPr>
              <p14:xfrm>
                <a:off x="10365050" y="5735028"/>
                <a:ext cx="7920" cy="27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29A5211-8DF9-122B-7B23-6A620A4137D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58930" y="5728908"/>
                  <a:ext cx="20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06A9365-ADAE-FA85-E7F6-6ABA23C649BC}"/>
                    </a:ext>
                  </a:extLst>
                </p14:cNvPr>
                <p14:cNvContentPartPr/>
                <p14:nvPr/>
              </p14:nvContentPartPr>
              <p14:xfrm>
                <a:off x="10272530" y="5638548"/>
                <a:ext cx="226080" cy="30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06A9365-ADAE-FA85-E7F6-6ABA23C649B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266410" y="5632428"/>
                  <a:ext cx="23832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C71144-EEAD-6819-DCBD-30112B07119C}"/>
                  </a:ext>
                </a:extLst>
              </p14:cNvPr>
              <p14:cNvContentPartPr/>
              <p14:nvPr/>
            </p14:nvContentPartPr>
            <p14:xfrm>
              <a:off x="10293050" y="5705868"/>
              <a:ext cx="246960" cy="29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C71144-EEAD-6819-DCBD-30112B0711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86930" y="5699748"/>
                <a:ext cx="259200" cy="30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0295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0"/>
            <a:ext cx="4572000" cy="6858000"/>
          </a:xfrm>
          <a:prstGeom prst="rect">
            <a:avLst/>
          </a:prstGeom>
        </p:spPr>
      </p:pic>
      <p:pic>
        <p:nvPicPr>
          <p:cNvPr id="3" name="Picture 2" descr="left_logo_tr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64592"/>
            <a:ext cx="777240" cy="777240"/>
          </a:xfrm>
          <a:prstGeom prst="rect">
            <a:avLst/>
          </a:prstGeom>
        </p:spPr>
      </p:pic>
      <p:pic>
        <p:nvPicPr>
          <p:cNvPr id="4" name="Picture 3" descr="right_logo_tr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64592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>
                <a:latin typeface="Times New Roman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rPr>
                <a:latin typeface="Times New Roman"/>
              </a:rPr>
              <a:t>A comprehensive review on data-driven driver behaviour scoring in vehicles</a:t>
            </a:r>
          </a:p>
          <a:p>
            <a:pPr algn="ctr">
              <a:defRPr sz="1800"/>
            </a:pPr>
            <a:r>
              <a:rPr>
                <a:latin typeface="Times New Roman"/>
              </a:rPr>
              <a:t>Shirole, Shahade &amp; Deshmukh (2025)</a:t>
            </a:r>
          </a:p>
          <a:p>
            <a:pPr algn="ctr">
              <a:defRPr sz="1800" b="1"/>
            </a:pPr>
            <a:r>
              <a:rPr>
                <a:latin typeface="Times New Roman"/>
                <a:hlinkClick r:id="rId2"/>
              </a:rPr>
              <a:t>VIEW RESEARCH PAPER</a:t>
            </a:r>
          </a:p>
          <a:p>
            <a:pPr algn="ctr">
              <a:defRPr sz="1400"/>
            </a:pPr>
            <a:r>
              <a:rPr>
                <a:latin typeface="Times New Roman"/>
                <a:hlinkClick r:id="rId2"/>
              </a:rPr>
              <a:t>https://doi.org/10.1007/s44163-025-00244-6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>
                <a:latin typeface="Times New Roman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rPr>
                <a:latin typeface="Times New Roman"/>
              </a:rPr>
              <a:t>Driving style classification and recognition methods for connected vehicle control in intelligent transportation systems: A review</a:t>
            </a:r>
          </a:p>
          <a:p>
            <a:pPr algn="ctr">
              <a:defRPr sz="1800"/>
            </a:pPr>
            <a:r>
              <a:rPr>
                <a:latin typeface="Times New Roman"/>
              </a:rPr>
              <a:t>Mei et al. (2025)</a:t>
            </a:r>
          </a:p>
          <a:p>
            <a:pPr algn="ctr">
              <a:defRPr sz="1800" b="1"/>
            </a:pPr>
            <a:r>
              <a:rPr>
                <a:latin typeface="Times New Roman"/>
                <a:hlinkClick r:id="rId2"/>
              </a:rPr>
              <a:t>VIEW RESEARCH PAPER</a:t>
            </a:r>
          </a:p>
          <a:p>
            <a:pPr algn="ctr">
              <a:defRPr sz="1400"/>
            </a:pPr>
            <a:r>
              <a:rPr>
                <a:latin typeface="Times New Roman"/>
                <a:hlinkClick r:id="rId2"/>
              </a:rPr>
              <a:t>https://doi.org/10.1016/j.isatra.2025.01.033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>
                <a:latin typeface="Times New Roman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2412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rPr dirty="0">
                <a:latin typeface="Times New Roman"/>
              </a:rPr>
              <a:t>Driving Style Recognition for Intelligent Vehicle Control and Advanced Driver Assistance: A Survey</a:t>
            </a:r>
          </a:p>
          <a:p>
            <a:pPr algn="ctr">
              <a:defRPr sz="1800"/>
            </a:pPr>
            <a:r>
              <a:rPr dirty="0">
                <a:latin typeface="Times New Roman"/>
              </a:rPr>
              <a:t>Martinez et al. (20</a:t>
            </a:r>
            <a:r>
              <a:rPr lang="en-IN" dirty="0">
                <a:latin typeface="Times New Roman"/>
              </a:rPr>
              <a:t>18)</a:t>
            </a:r>
            <a:endParaRPr dirty="0">
              <a:latin typeface="Times New Roman"/>
            </a:endParaRPr>
          </a:p>
          <a:p>
            <a:pPr algn="ctr">
              <a:defRPr sz="1800" b="1"/>
            </a:pPr>
            <a:r>
              <a:rPr dirty="0">
                <a:latin typeface="Times New Roman"/>
                <a:hlinkClick r:id="rId2"/>
              </a:rPr>
              <a:t>VIEW RESEARCH PAPER</a:t>
            </a:r>
          </a:p>
          <a:p>
            <a:pPr algn="ctr">
              <a:defRPr sz="1400"/>
            </a:pPr>
            <a:r>
              <a:rPr dirty="0">
                <a:latin typeface="Times New Roman"/>
                <a:hlinkClick r:id="rId2"/>
              </a:rPr>
              <a:t>https://doi.org/10.1109/TITS.2017.2706978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gorith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plementation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F1AB2-D3B4-D406-C091-BF67E1CDC42E}"/>
              </a:ext>
            </a:extLst>
          </p:cNvPr>
          <p:cNvSpPr txBox="1"/>
          <p:nvPr/>
        </p:nvSpPr>
        <p:spPr>
          <a:xfrm>
            <a:off x="3942735" y="2517058"/>
            <a:ext cx="2949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2D3BA7-1B94-BC6F-0531-6011F7CE5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8" y="102340"/>
            <a:ext cx="1134068" cy="1134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8DBC8F-4D7C-7333-571C-07C807D5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1858" y="230481"/>
            <a:ext cx="1240756" cy="113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40305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25</TotalTime>
  <Words>114</Words>
  <Application>Microsoft Office PowerPoint</Application>
  <PresentationFormat>Widescreen</PresentationFormat>
  <Paragraphs>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Felix Titling</vt:lpstr>
      <vt:lpstr>Goudy Old Style</vt:lpstr>
      <vt:lpstr>Times New Roman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Kiruba Krishnavel</dc:creator>
  <cp:keywords/>
  <dc:description>generated using python-pptx</dc:description>
  <cp:lastModifiedBy>Kiruba Krishnavel</cp:lastModifiedBy>
  <cp:revision>4</cp:revision>
  <dcterms:created xsi:type="dcterms:W3CDTF">2013-01-27T09:14:16Z</dcterms:created>
  <dcterms:modified xsi:type="dcterms:W3CDTF">2026-10-05T06:01:25Z</dcterms:modified>
  <cp:category/>
</cp:coreProperties>
</file>